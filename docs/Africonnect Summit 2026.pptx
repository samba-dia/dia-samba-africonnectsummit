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4" d="100"/>
          <a:sy n="84" d="100"/>
        </p:scale>
        <p:origin x="1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105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4708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839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180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006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79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1125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313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18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0303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431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205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3781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389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5602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8371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83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2FCB6C-F3B6-4050-AD51-CAA41A57DF84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E808B37-F82E-482C-904A-F2C3DE02C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990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Africonnect Summit 2026</a:t>
            </a:r>
            <a:r>
              <a:rPr lang="fr-FR" b="1" dirty="0"/>
              <a:t/>
            </a:r>
            <a:br>
              <a:rPr lang="fr-FR" b="1" dirty="0"/>
            </a:b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carrefour de l'innovation tech panafricaine</a:t>
            </a:r>
            <a:b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Présenté par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Samba DIA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Développement Web — Projet Individuel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Juillet 2026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719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Sommaire de la présentation</a:t>
            </a:r>
            <a:b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Contexte &amp; Vision du projet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Choix Graphiques &amp; Design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Architecture de l'application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Fonctionnalités JavaScript Clés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Intégration CSS &amp; Flexbox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Responsive Design &amp; Accessibilité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Workflow Git &amp; GitHub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Défis Techniques &amp; Solutions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Démonstration Live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Conclusion &amp; Perspectives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873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Contexte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Objectif</a:t>
            </a:r>
            <a:b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L'Innovation au cœur de l'Afrique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projet 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Africonnect Summit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est né de la volonté de créer une plateforme vitrine pour le plus grand sommet tech fictif du continent.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Cible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Développeurs, entrepreneurs et investisseurs cherchant à transformer l'écosystème numérique africain.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Réaliser un site performant, informatif et immersif.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78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		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Identité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Visuelle &amp; Tendances</a:t>
            </a:r>
            <a:r>
              <a:rPr lang="fr-FR" b="1" dirty="0"/>
              <a:t/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b="1" dirty="0"/>
              <a:t>Palette de Couleurs</a:t>
            </a:r>
          </a:p>
          <a:p>
            <a:r>
              <a:rPr lang="fr-FR" dirty="0"/>
              <a:t>Fond sombre (#0f172a) pour un aspect technologique moderne, accentué par le bleu ciel et l'orange feu</a:t>
            </a:r>
            <a:r>
              <a:rPr lang="fr-FR" dirty="0" smtClean="0"/>
              <a:t>.</a:t>
            </a:r>
          </a:p>
          <a:p>
            <a:r>
              <a:rPr lang="fr-FR" dirty="0" smtClean="0"/>
              <a:t>Description : Blanc pur (⁠#FFFFFF⁠) et gris très clair / bleu dégradé doux (⁠#F1F5F9⁠).</a:t>
            </a:r>
            <a:endParaRPr lang="fr-FR" dirty="0"/>
          </a:p>
          <a:p>
            <a:r>
              <a:rPr lang="fr-FR" b="1" dirty="0"/>
              <a:t>Typographie</a:t>
            </a:r>
          </a:p>
          <a:p>
            <a:r>
              <a:rPr lang="fr-FR" b="1" dirty="0"/>
              <a:t>Space Grotesk</a:t>
            </a:r>
            <a:r>
              <a:rPr lang="fr-FR" dirty="0"/>
              <a:t> pour des titres futuristes et </a:t>
            </a:r>
            <a:r>
              <a:rPr lang="fr-FR" b="1" dirty="0"/>
              <a:t>Inter</a:t>
            </a:r>
            <a:r>
              <a:rPr lang="fr-FR" dirty="0"/>
              <a:t> pour un corps de texte lisible et épuré.</a:t>
            </a:r>
          </a:p>
          <a:p>
            <a:r>
              <a:rPr lang="fr-FR" b="1" dirty="0"/>
              <a:t>Styles &amp; Effets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195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Structure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Architecture</a:t>
            </a:r>
            <a:r>
              <a:rPr lang="fr-FR" b="1" dirty="0"/>
              <a:t/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 Sémantique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structure multi-pages rigoureuse :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index.html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Landing page &amp; Statistiques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programme.html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Planning détaillé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intervenants.html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Réseau d'experts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contact.html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Formulaire &amp; Réservations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Dossiers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CSS/ (styles), JS/ (scripts), Images/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45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		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Maîtrise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JavaScript</a:t>
            </a:r>
            <a:b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Compte à rebours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Système dynamique calculant le temps restant jusqu'en 2026 avec mise à jour automatique du DOM.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Compteurs Animés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 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IntersectionObserver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pour déclencher l'animation des statistiques au scroll.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Toggle Dark Mode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Gestionnaire de thème permettant de basculer entre les modes clair et sombre avec persistance.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544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Mise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Page &amp; Flexbox</a:t>
            </a:r>
            <a:b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Composants Personnalisés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site repose sur des techniques CSS modernes :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Grilles de cartes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Flexbox et CSS Grid pour les intervenants et partenaires.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Animations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Définition de @keyframes pour les transitions d'entrée.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Media queries pour une expérience fluide sur smartphone et tablette.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167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		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Déploiement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Versioning</a:t>
            </a:r>
            <a:r>
              <a:rPr lang="fr-FR" b="1" dirty="0"/>
              <a:t/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de production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Outil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Git pour le suivi des versions.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Hébergement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GitHub Pages activé pour le déploiement continu.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Dépôt 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https://github.com/Samba-Dia/DIA-Samba-AfriconnectSummit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Lien : </a:t>
            </a:r>
            <a:r>
              <a:rPr lang="fr-F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https://samba-dia.github.io/DIA-Samba-AfriconnectSummit/</a:t>
            </a:r>
            <a:endParaRPr lang="fr-F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19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		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Difficultés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rencontrées</a:t>
            </a:r>
            <a:b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.Problème rencontré</a:t>
            </a:r>
          </a:p>
          <a:p>
            <a:pPr marL="0" indent="0">
              <a:buNone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Animation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compteurs se lançait avant le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scroll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Conflit d'affichage sur les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petits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écrans (iPhone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Temps de chargement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d'intervenants</a:t>
            </a:r>
          </a:p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appliquée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de l'API IntersectionObserver pour cibler l'entrée en vue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 unités 'rem' et flex-wrap pour les grilles de cartes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Optimisation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format (WebP) et chargement différé (lazy-loading).</a:t>
            </a: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089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		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Perspectives</a:t>
            </a:r>
            <a:b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Acquis Majeurs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Maîtrise de la sémantique HTML5, du JavaScript asynchrone et de la rigueur du versioning avec Git.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Évolutions Futures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Système de login pour les participants.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de paiements (Wave/Orange Money).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mobile dédiée.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009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que">
  <a:themeElements>
    <a:clrScheme name="Organique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que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qu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</TotalTime>
  <Words>557</Words>
  <Application>Microsoft Office PowerPoint</Application>
  <PresentationFormat>Grand écran</PresentationFormat>
  <Paragraphs>70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Garamond</vt:lpstr>
      <vt:lpstr>Times New Roman</vt:lpstr>
      <vt:lpstr>Organique</vt:lpstr>
      <vt:lpstr>Africonnect Summit 2026 Le carrefour de l'innovation tech panafricaine </vt:lpstr>
      <vt:lpstr>Sommaire de la présentation </vt:lpstr>
      <vt:lpstr> Contexte &amp; Objectif </vt:lpstr>
      <vt:lpstr>  Identité Visuelle &amp; Tendances </vt:lpstr>
      <vt:lpstr>  Structure &amp; Architecture </vt:lpstr>
      <vt:lpstr>  Maîtrise de JavaScript </vt:lpstr>
      <vt:lpstr>  Mise en Page &amp; Flexbox </vt:lpstr>
      <vt:lpstr>  Déploiement &amp; Versioning </vt:lpstr>
      <vt:lpstr>  Difficultés rencontrées </vt:lpstr>
      <vt:lpstr>  Conclusion &amp; Perspectives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Africonnect Summit 2026 Le carrefour de l'innovation tech panafricaine</dc:title>
  <dc:creator>Samba dia</dc:creator>
  <cp:lastModifiedBy>Samba dia</cp:lastModifiedBy>
  <cp:revision>3</cp:revision>
  <dcterms:created xsi:type="dcterms:W3CDTF">2026-07-28T22:32:17Z</dcterms:created>
  <dcterms:modified xsi:type="dcterms:W3CDTF">2026-07-28T23:03:55Z</dcterms:modified>
</cp:coreProperties>
</file>